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 Progress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880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067A4"/>
                </a:solidFill>
              </a:rPr>
              <a:t>Longest induced cycles in regular graphs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600">
                <a:solidFill>
                  <a:srgbClr val="464646"/>
                </a:solidFill>
                <a:latin typeface="Aptos"/>
              </a:rPr>
              <a:t>Eliška Krajčíová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Starting point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What I built on from the bachelor thesis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10241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72033"/>
                </a:solidFill>
              </a:rPr>
              <a:t>Bachelor thesis: algorithm for finding a longest induced cycle in any cubic graph.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Current thesis extends this direction from cubic graphs to regular graphs.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I reuse algorithmic ideas and pruning principles, but adapt them to the more general setting.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implementation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Main concrete progress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10241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72033"/>
                </a:solidFill>
              </a:rPr>
              <a:t>Implemented / developed an algorithm for finding a longest induced cycle in regular graphs.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Current focus is on regular graphs, especially degrees 3, 4, 5, and 6.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The goal is not only to compute the value, but also to observe structural behaviour based on the cycles found.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part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Secondary, exploratory part of the thesis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10241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72033"/>
                </a:solidFill>
              </a:rPr>
              <a:t>Expanded last semester’s ML project.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The model was trained to test whether ML could approximate or replace the algorithm.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Current interpretation: ML may give insight, but the exact algorithm remains the main method.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Theory and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Bounds and structural direction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D8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10241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72033"/>
                </a:solidFill>
              </a:rPr>
              <a:t>Started proving general lower and upper bounds for longest induced cycles in regular graphs.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Current general estimate: girth gives a lower bound; counting gives an upper bound for d-regular graphs.</a:t>
            </a:r>
            <a:endParaRPr lang="en-US" sz="2200" dirty="0"/>
          </a:p>
          <a:p>
            <a:r>
              <a:rPr lang="en-US" sz="2200" dirty="0">
                <a:solidFill>
                  <a:srgbClr val="172033"/>
                </a:solidFill>
              </a:rPr>
              <a:t>Next: refine structural properties and compare them with computational results.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628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1E1E1E"/>
                </a:solidFill>
                <a:latin typeface="Aptos Display"/>
              </a:rPr>
              <a:t>Thank you for your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355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Progress</dc:title>
  <dc:subject>Thesis progress presentation</dc:subject>
  <dc:creator>ChatGPT</dc:creator>
  <cp:lastModifiedBy>ChatGPT</cp:lastModifiedBy>
  <cp:revision>1</cp:revision>
  <dcterms:created xsi:type="dcterms:W3CDTF">2026-05-14T14:10:30Z</dcterms:created>
  <dcterms:modified xsi:type="dcterms:W3CDTF">2026-05-14T14:10:30Z</dcterms:modified>
</cp:coreProperties>
</file>